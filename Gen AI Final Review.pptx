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4/15/2026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4/15/2026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4/15/2026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4/15/2026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4/15/2026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4/15/2026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4/15/2026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4/15/2026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4/15/2026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9754" y="639097"/>
            <a:ext cx="6253317" cy="3686015"/>
          </a:xfrm>
        </p:spPr>
        <p:txBody>
          <a:bodyPr>
            <a:normAutofit/>
          </a:bodyPr>
          <a:lstStyle/>
          <a:p>
            <a:r>
              <a:rPr lang="en-US" sz="8000" dirty="0">
                <a:solidFill>
                  <a:schemeClr val="accent4">
                    <a:lumMod val="50000"/>
                  </a:schemeClr>
                </a:solidFill>
              </a:rPr>
              <a:t>Vibe Sketch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89753" y="4672738"/>
            <a:ext cx="6269347" cy="1793371"/>
          </a:xfrm>
        </p:spPr>
        <p:txBody>
          <a:bodyPr>
            <a:normAutofit fontScale="55000" lnSpcReduction="20000"/>
          </a:bodyPr>
          <a:lstStyle/>
          <a:p>
            <a:r>
              <a:rPr lang="en-U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   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Generative ai and its applications </a:t>
            </a: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Name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                               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SRN</a:t>
            </a: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 Sujoy SEN                        PES2UG23CS621</a:t>
            </a: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Syed KAIFUDDIN                    PES2UG23CS636</a:t>
            </a:r>
          </a:p>
          <a:p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  TAHIR SHAFIQ                     PES2UG23CS639</a:t>
            </a:r>
          </a:p>
          <a:p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 4" descr="A picture containing building, sitting, bench, side&#10;&#10;Description automatically generated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635315" cy="6857999"/>
          </a:xfrm>
          <a:prstGeom prst="rect">
            <a:avLst/>
          </a:prstGeom>
        </p:spPr>
      </p:pic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5225240"/>
            <a:ext cx="100584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OVERVIEW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C62AC41-76AA-93D7-D7A1-3AA3F40D153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348342" y="796213"/>
            <a:ext cx="11604171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Vibe Sketch is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Generative AI–based system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converts natural language descriptions into interactive UI prototypes.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uses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vibe-coding approach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where AI generates frontend code (HTML, CSS, JavaScript) through prompts.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enables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prompt → generate → test → refine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workflow for UI development.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eliminates the need for manual coding and simplifies the prototyping process.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final output is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working, browser-based UI prototype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91714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845076-889E-3C12-144E-8B4F557BE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6F89F07F-CEA4-37E0-8731-2D4F77A5BB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4723F0E9-C218-E28F-8A9A-9CE67C010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552D42-D904-11CA-87C8-45581A9CB7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5225240"/>
            <a:ext cx="100584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KEY BENEFITS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7AF3AAE6-6B81-35F1-6CF6-35E70B60380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347663" y="1211791"/>
            <a:ext cx="11548868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Rapid Prototyping: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Quickly generate UI designs from simple text inputs.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 Coding Required: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Reduces dependency on programming skills.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Iterative Development: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Easy refinement using prompt-based updates.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Time Efficient: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Speeds up design-to-development workflow.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Accessibility: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Enables non-technical users to create UI prototypes. </a:t>
            </a:r>
          </a:p>
        </p:txBody>
      </p:sp>
    </p:spTree>
    <p:extLst>
      <p:ext uri="{BB962C8B-B14F-4D97-AF65-F5344CB8AC3E}">
        <p14:creationId xmlns:p14="http://schemas.microsoft.com/office/powerpoint/2010/main" val="3697324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C6DF04-FCE5-E71A-E1CE-29D2AD499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46068435-9132-FCD1-830E-61D9E1D808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B37AA32A-1ACB-87BF-E8DA-41B7C1FF26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FF3013-D3C1-C2BD-43B4-6A6FC66864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5225240"/>
            <a:ext cx="100584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Real-World Relevance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2407AE-1CDA-F8D0-60D6-23819D9ECAF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 bwMode="auto">
          <a:xfrm>
            <a:off x="571597" y="1125338"/>
            <a:ext cx="11026354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Used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startup product development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quick idea visualization.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UI/UX designers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rapid prototyping and iteration.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Helps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students and developers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build projects faster.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Applicable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no-code/low-code platforms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powered by AI. 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Reflects the growing trend of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AI-assisted software development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733168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B61020-DA91-4C7F-9E47-1E87BE904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673AAEA3-0775-28E3-0181-EB8E32F4CB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E38E93D-11FC-02C6-BD5F-772059DF46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1EBB39-1D75-83F2-E83E-31D5DB2D59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5225240"/>
            <a:ext cx="100584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PROMPT HISTORY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818C57-7238-C6EE-C7AE-0364EF260B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2269" y="111967"/>
            <a:ext cx="9899779" cy="4623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750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20CC2D-0840-2552-5E32-664E3C005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E0BADEA2-E7B7-7DBF-0017-13988C986E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33A34148-F905-0FAC-2F84-A2AA2381E9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B35F1C-CA30-29EC-3760-F5FF056112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5225240"/>
            <a:ext cx="100584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CODE GENERATION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B7BAB9-E48D-5DE1-FA89-FC552C53AB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34" y="67598"/>
            <a:ext cx="11551298" cy="4749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362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5BB21E-794C-742E-D235-894120DFF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BF74091F-01EA-F46A-CF05-8E980EF4A2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7B8E4FB-C0F0-5761-4BB1-5A54D475E8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1138B0A-F0A9-1588-5AC0-A0510CBB5F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5225240"/>
            <a:ext cx="100584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    UI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603B-BE98-124D-0B49-F55F367DD2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29" y="66588"/>
            <a:ext cx="11812556" cy="4750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383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068EFA-1C33-F906-4A55-B80667704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0E12CE53-56E0-426D-A936-EC31BA72AF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A934ED3-E3A5-DF64-550D-6D290578B9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5AAA42-3FB7-04FF-DB4B-E592A447AA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5225240"/>
            <a:ext cx="100584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    EXPORT HTML 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20EA1B-1839-C6A6-CC4A-6331FB7C88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410" y="445770"/>
            <a:ext cx="11832757" cy="4061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262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245325-AD45-2B66-4C42-7CC763305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1A2BB318-96A3-E41D-6DE1-020F8E9B6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734311B-0F19-405E-60B6-C27768B9B1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DAC97F-0208-86A7-C774-9732F56A3D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5225240"/>
            <a:ext cx="100584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BEFORE REFINED PROMPT OUTPUT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E827A0-785F-BD05-0094-6412C80B5D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26" y="0"/>
            <a:ext cx="11168743" cy="4654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14464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55BD82-20E7-8331-FD15-6D31ADAFD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487CB117-701B-7C2D-604A-C0AB8A5700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59D2D9AA-FE09-F842-599C-64F699D0C0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56C7FA-93F7-D96F-F6DD-A74D7073F8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5225240"/>
            <a:ext cx="100584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 REFINED PROMPT OUTPUT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064FAC-A9B5-2A35-F8FA-1CAE44688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942" y="81400"/>
            <a:ext cx="11653936" cy="473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5656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F9A440A-0F5A-981F-605D-975106F93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2B69DD97-29AB-5AA3-8214-A53AE4E6E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A20589F-D93E-0973-A5A2-37D54C3F6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E95F98-FCAF-3C0F-A32C-D9B6281868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5225240"/>
            <a:ext cx="100584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 FIGMA EXPORT- DESIGN TOKEN JSON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77AC6AC-5ADD-7EAA-3E15-2FFB9296DF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3862" y="139958"/>
            <a:ext cx="9424276" cy="4674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6768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D062B7-AB3B-5456-8025-42412C6683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36414FC0-AB94-B98B-F7ED-4EC8CBC414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AEE3CF7A-B722-8755-0B85-3118CD5E7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ED4D70-E86E-C8CD-3FB4-1CCFD877F1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5225240"/>
            <a:ext cx="100584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 FIGMA EXPORT- TOKEN STUDIO FOR FIGMA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A8C0B9-9B4E-A38C-5E92-D3384A0E17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5214" y="233264"/>
            <a:ext cx="6257719" cy="4646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1896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8CD2B6-758E-9694-C2D3-2032CC6AA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BB28EE6C-1E85-CC5F-96F1-BBE28CD543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0BEEC88-3E45-3EC5-6C39-0A4EEB1BAF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6E3001-461F-0DC3-BD23-2DCC7E5D32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5225240"/>
            <a:ext cx="100584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 FIGMA EXPORT- FIGMA PLUGIN CODE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FF2681-360A-D8C0-A12D-F78D1D9833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9947" y="155413"/>
            <a:ext cx="9612071" cy="4642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5801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4C185E-7459-58B2-25D9-FAD520BED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E9C54A3E-2399-A7C7-97B4-E93C9DF4C6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4733BDD-8DD4-C93A-836D-EA8F8741DC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A48112-D0B9-96A6-2710-6C01BE5800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5225240"/>
            <a:ext cx="100584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 UI GENERATED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2135CA-F337-E346-AE38-F818337DCC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25871" y="319816"/>
            <a:ext cx="8105775" cy="4313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8704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93CBC0-1FEA-4DC4-991D-34DF677AE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DDA582B4-C20A-9BF5-9B63-027B44CFA9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7DE729B-5813-92E5-EF30-0E3748BBCA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FCE493-F295-F300-2A62-7AB1A42705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5225240"/>
            <a:ext cx="10058400" cy="114300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 COLOUR PALETTE OF UI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9973DC-6664-1B3B-3764-50CB68CC68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0645" y="149290"/>
            <a:ext cx="6232849" cy="4683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89259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WO.pptx" id="{80AA9D2D-EE59-4148-A11E-A51EEE828B28}" vid="{AEAFD717-D3C8-4034-8F7E-D5220B0CCEB8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{34405BA9-AA6D-483D-9065-664E9C082E05}TFf0a5ceae-4542-492d-822e-d65a94fb0e1e3b562c5a_win32-009a0557e699</Template>
  <TotalTime>971</TotalTime>
  <Words>260</Words>
  <Application>Microsoft Office PowerPoint</Application>
  <PresentationFormat>Widescreen</PresentationFormat>
  <Paragraphs>37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Bookman Old Style</vt:lpstr>
      <vt:lpstr>Calibri</vt:lpstr>
      <vt:lpstr>Franklin Gothic Book</vt:lpstr>
      <vt:lpstr>Custom</vt:lpstr>
      <vt:lpstr>Vibe Sketch</vt:lpstr>
      <vt:lpstr> Vibe Sketch is a Generative AI–based system that converts natural language descriptions into interactive UI prototypes.   It uses a vibe-coding approach, where AI generates frontend code (HTML, CSS, JavaScript) through prompts.   The system enables a prompt → generate → test → refine workflow for UI development.   It eliminates the need for manual coding and simplifies the prototyping process.   The final output is a working, browser-based UI prototype. </vt:lpstr>
      <vt:lpstr>Rapid Prototyping: Quickly generate UI designs from simple text inputs.   No Coding Required: Reduces dependency on programming skills.   Iterative Development: Easy refinement using prompt-based updates.   Time Efficient: Speeds up design-to-development workflow.   Accessibility: Enables non-technical users to create UI prototypes. </vt:lpstr>
      <vt:lpstr> Used in startup product development for quick idea visualization.   Supports UI/UX designers in rapid prototyping and iteration.   Helps students and developers build projects faster.   Applicable in no-code/low-code platforms powered by AI.   Reflects the growing trend of AI-assisted software development.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skaifuddin330@outlook.com</dc:creator>
  <cp:lastModifiedBy>Sujoy Sen</cp:lastModifiedBy>
  <cp:revision>3</cp:revision>
  <dcterms:created xsi:type="dcterms:W3CDTF">2026-04-09T16:19:48Z</dcterms:created>
  <dcterms:modified xsi:type="dcterms:W3CDTF">2026-04-15T07:11:49Z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